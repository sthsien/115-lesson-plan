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5"/>
  </p:notesMasterIdLst>
  <p:handoutMasterIdLst>
    <p:handoutMasterId r:id="rId6"/>
  </p:handoutMasterIdLst>
  <p:sldIdLst>
    <p:sldId id="257" r:id="rId2"/>
    <p:sldId id="262" r:id="rId3"/>
    <p:sldId id="261" r:id="rId4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A7418C-1A37-4630-8C30-B2836F55C532}" type="datetime1">
              <a:rPr lang="zh-TW" altLang="en-US" smtClean="0"/>
              <a:t>2026/6/17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B916EA9-9B8C-4B06-BBDB-07A75F4AF607}" type="datetime1">
              <a:rPr lang="zh-TW" altLang="en-US" smtClean="0"/>
              <a:t>2026/6/17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矩形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矩形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矩形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直線接點​​(S)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20" name="日期版面配置區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D9EAB54-90A7-4427-8D5D-1517AC1256FE}" type="datetime1">
              <a:rPr lang="zh-TW" altLang="en-US" smtClean="0"/>
              <a:t>2026/6/17</a:t>
            </a:fld>
            <a:endParaRPr lang="en-US" dirty="0"/>
          </a:p>
        </p:txBody>
      </p:sp>
      <p:sp>
        <p:nvSpPr>
          <p:cNvPr id="21" name="頁尾預留位置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22" name="投影片編號預留位置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847876-3A2B-49FA-B396-40048599C954}" type="datetime1">
              <a:rPr lang="zh-TW" altLang="en-US" smtClean="0"/>
              <a:t>2026/6/17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矩形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矩形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矩形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​​(S)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fld id="{294347CA-4B58-4AEE-8DA6-4E2B096FC96F}" type="datetime1">
              <a:rPr lang="zh-TW" altLang="en-US" smtClean="0"/>
              <a:t>2026/6/17</a:t>
            </a:fld>
            <a:endParaRPr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3CCF91B-17D2-4072-B2E9-D16F58DFD8EB}" type="datetime1">
              <a:rPr lang="zh-TW" altLang="en-US" smtClean="0"/>
              <a:t>2026/6/17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51C41F-D9A3-457D-A3FA-0A5DBEF4266B}" type="datetime1">
              <a:rPr lang="zh-TW" altLang="en-US" smtClean="0"/>
              <a:t>2026/6/17</a:t>
            </a:fld>
            <a:endParaRPr 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3183BB-2861-4A80-80A6-2C9B82653C78}" type="datetime1">
              <a:rPr lang="zh-TW" altLang="en-US" smtClean="0"/>
              <a:t>2026/6/17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6085DB-A18D-4659-BA29-412FA9C45839}" type="datetime1">
              <a:rPr lang="zh-TW" altLang="en-US" smtClean="0"/>
              <a:t>2026/6/17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8" name="日期版面配置區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453BEA6C-00E9-40EA-A338-3A3492325C3F}" type="datetime1">
              <a:rPr lang="zh-TW" altLang="en-US" smtClean="0"/>
              <a:t>2026/6/17</a:t>
            </a:fld>
            <a:endParaRPr lang="en-US" dirty="0"/>
          </a:p>
        </p:txBody>
      </p:sp>
      <p:sp>
        <p:nvSpPr>
          <p:cNvPr id="9" name="頁尾版面配置區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 dirty="0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827CC67-2DD7-42FE-B417-D6036783A853}" type="datetime1">
              <a:rPr lang="zh-TW" altLang="en-US" smtClean="0"/>
              <a:t>2026/6/17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algn="l"/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E064CC-B997-463F-949D-526814740EEF}" type="datetime1">
              <a:rPr lang="zh-TW" altLang="en-US" smtClean="0"/>
              <a:t>2026/6/17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128EAF-448F-42C4-BB03-9B0CC8E0C77B}" type="datetime1">
              <a:rPr lang="zh-TW" altLang="en-US" smtClean="0"/>
              <a:t>2026/6/17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矩形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矩形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標題預留位置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/>
              <a:t>按一下以編輯母片文字樣式</a:t>
            </a:r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6C11105-4E24-4682-A6F5-E2BADE4D0872}" type="datetime1">
              <a:rPr lang="zh-TW" altLang="en-US" smtClean="0"/>
              <a:t>2026/6/17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標誌特寫&#10;&#10;自動產生的描述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1383132" y="634149"/>
            <a:ext cx="9937244" cy="5589701"/>
          </a:xfrm>
          <a:prstGeom prst="rect">
            <a:avLst/>
          </a:prstGeom>
        </p:spPr>
      </p:pic>
      <p:sp>
        <p:nvSpPr>
          <p:cNvPr id="82" name="矩形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2" y="2076058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sz="6000" dirty="0"/>
              <a:t>五權國小</a:t>
            </a:r>
            <a:endParaRPr lang="zh-tw" sz="6000" dirty="0">
              <a:solidFill>
                <a:schemeClr val="tx1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1010" y="3511297"/>
            <a:ext cx="5120639" cy="1044348"/>
          </a:xfrm>
        </p:spPr>
        <p:txBody>
          <a:bodyPr rtlCol="0">
            <a:normAutofit fontScale="70000" lnSpcReduction="20000"/>
          </a:bodyPr>
          <a:lstStyle/>
          <a:p>
            <a:r>
              <a:rPr lang="en-US" altLang="zh-TW" sz="4800" dirty="0"/>
              <a:t>114</a:t>
            </a:r>
            <a:r>
              <a:rPr lang="zh-TW" altLang="en-US" sz="4800" dirty="0"/>
              <a:t>學年度 課發會</a:t>
            </a:r>
            <a:endParaRPr lang="en-US" altLang="zh-TW" sz="4800" dirty="0"/>
          </a:p>
          <a:p>
            <a:endParaRPr lang="en-US" altLang="zh-TW" sz="1100" dirty="0"/>
          </a:p>
          <a:p>
            <a:r>
              <a:rPr lang="en-US" altLang="zh-TW" sz="3800"/>
              <a:t>115.06.17</a:t>
            </a:r>
            <a:endParaRPr lang="zh-tw" sz="3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1B1611E-23B2-4FCE-9EF3-66F992D10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161" y="389469"/>
            <a:ext cx="8107678" cy="6079062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CEBCDC-DA69-4447-9F2D-49B13BE72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2026/6/17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34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62728"/>
            <a:ext cx="10058400" cy="1371600"/>
          </a:xfrm>
        </p:spPr>
        <p:txBody>
          <a:bodyPr rtlCol="0">
            <a:normAutofit/>
          </a:bodyPr>
          <a:lstStyle/>
          <a:p>
            <a:pPr algn="ctr" rtl="0"/>
            <a:r>
              <a:rPr lang="zh-TW" altLang="en-US" dirty="0"/>
              <a:t>課程計撰寫說明</a:t>
            </a:r>
            <a:endParaRPr lang="zh-tw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74B53F-DD64-46C3-9D2E-F51E19E6F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334" y="1899920"/>
            <a:ext cx="10701866" cy="3849624"/>
          </a:xfrm>
        </p:spPr>
        <p:txBody>
          <a:bodyPr/>
          <a:lstStyle/>
          <a:p>
            <a:pPr marL="0" indent="0">
              <a:buNone/>
            </a:pPr>
            <a:endParaRPr lang="zh-TW" altLang="en-US" sz="2400" b="0" i="0" u="none" strike="noStrike" baseline="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(1) </a:t>
            </a:r>
            <a:r>
              <a:rPr lang="zh-TW" altLang="en-US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部定課程進度總表含議題融入 </a:t>
            </a:r>
          </a:p>
          <a:p>
            <a:pPr marL="0" indent="0">
              <a:buNone/>
            </a:pPr>
            <a:r>
              <a:rPr lang="en-US" altLang="zh-TW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(2) </a:t>
            </a:r>
            <a:r>
              <a:rPr lang="zh-TW" altLang="en-US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部定課程課程計畫 </a:t>
            </a:r>
          </a:p>
          <a:p>
            <a:pPr marL="0" indent="0">
              <a:buNone/>
            </a:pPr>
            <a:r>
              <a:rPr lang="en-US" altLang="zh-TW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(3) </a:t>
            </a:r>
            <a:r>
              <a:rPr lang="zh-TW" altLang="en-US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「彈性學習課程」類型與節數分配表 </a:t>
            </a:r>
          </a:p>
          <a:p>
            <a:pPr marL="0" indent="0">
              <a:buNone/>
            </a:pPr>
            <a:r>
              <a:rPr lang="en-US" altLang="zh-TW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(4) </a:t>
            </a:r>
            <a:r>
              <a:rPr lang="zh-TW" altLang="en-US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彈性學習課程計畫</a:t>
            </a:r>
            <a:r>
              <a:rPr lang="en-US" altLang="zh-TW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校訂課程部分</a:t>
            </a:r>
            <a:r>
              <a:rPr lang="en-US" altLang="zh-TW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、彈性學習課程教案設計</a:t>
            </a:r>
            <a:r>
              <a:rPr lang="en-US" altLang="zh-TW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校訂課程部分</a:t>
            </a:r>
            <a:r>
              <a:rPr lang="en-US" altLang="zh-TW" sz="2400" b="0" i="0" u="none" strike="noStrike" baseline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59_TF78438558" id="{B22198C3-BD72-44A2-997F-14D793BFA363}" vid="{07B9720E-645E-4AB5-B14C-E751A8DA5D2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{3CC1757B-C4B6-48F0-8805-677E979A78A2}tf78438558_win32</Template>
  <TotalTime>22</TotalTime>
  <Words>71</Words>
  <Application>Microsoft Office PowerPoint</Application>
  <PresentationFormat>寬螢幕</PresentationFormat>
  <Paragraphs>11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Microsoft JhengHei UI</vt:lpstr>
      <vt:lpstr>標楷體</vt:lpstr>
      <vt:lpstr>Calibri</vt:lpstr>
      <vt:lpstr>Century Gothic</vt:lpstr>
      <vt:lpstr>Garamond</vt:lpstr>
      <vt:lpstr>SavonVTI</vt:lpstr>
      <vt:lpstr>五權國小</vt:lpstr>
      <vt:lpstr>PowerPoint 簡報</vt:lpstr>
      <vt:lpstr>課程計撰寫說明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五權國小</dc:title>
  <dc:creator>wcps</dc:creator>
  <cp:lastModifiedBy>Yu cheng Chen</cp:lastModifiedBy>
  <cp:revision>12</cp:revision>
  <dcterms:created xsi:type="dcterms:W3CDTF">2025-05-23T07:58:41Z</dcterms:created>
  <dcterms:modified xsi:type="dcterms:W3CDTF">2026-06-17T05:35:33Z</dcterms:modified>
</cp:coreProperties>
</file>